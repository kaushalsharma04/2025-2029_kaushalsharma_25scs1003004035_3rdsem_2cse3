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5112" cy="6858000"/>
          </a:xfrm>
          <a:prstGeom prst="rect">
            <a:avLst/>
          </a:prstGeom>
          <a:solidFill>
            <a:srgbClr val="132A4A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097280"/>
            <a:ext cx="2926080" cy="2926080"/>
          </a:xfrm>
          <a:prstGeom prst="ellipse">
            <a:avLst/>
          </a:prstGeom>
          <a:solidFill>
            <a:srgbClr val="1C86D0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4937760"/>
            <a:ext cx="2377440" cy="2377440"/>
          </a:xfrm>
          <a:prstGeom prst="ellipse">
            <a:avLst/>
          </a:prstGeom>
          <a:solidFill>
            <a:srgbClr val="E63950">
              <a:alpha val="2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57200"/>
            <a:ext cx="566928" cy="6035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47548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
</a:t>
            </a:r>
            <a:pPr indent="0" marL="0">
              <a:lnSpc>
                <a:spcPts val="1400"/>
              </a:lnSpc>
              <a:buNone/>
            </a:pPr>
            <a:r>
              <a:rPr lang="en-US" sz="900" dirty="0">
                <a:solidFill>
                  <a:srgbClr val="AFC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NOIDA, UTTAR PRADESH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23317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C8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 ·  AICTE NATIONAL INTERNSHIP PORTAL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651760"/>
            <a:ext cx="7223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Development</a:t>
            </a:r>
            <a:endParaRPr lang="en-US" sz="4600" dirty="0"/>
          </a:p>
        </p:txBody>
      </p:sp>
      <p:sp>
        <p:nvSpPr>
          <p:cNvPr id="9" name="Text 6"/>
          <p:cNvSpPr txBox="1"/>
          <p:nvPr/>
        </p:nvSpPr>
        <p:spPr>
          <a:xfrm>
            <a:off x="502920" y="370332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Presentation Report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02920" y="4343400"/>
            <a:ext cx="2011680" cy="0"/>
          </a:xfrm>
          <a:prstGeom prst="line">
            <a:avLst/>
          </a:prstGeom>
          <a:noFill/>
          <a:ln w="38100">
            <a:solidFill>
              <a:srgbClr val="E6395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02920" y="46634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b="1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
</a:t>
            </a:r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July 2026 – 02 August 2026  (1 Month)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366760" y="914400"/>
            <a:ext cx="333756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54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8595360" y="1097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CREDENTIALS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8595360" y="14173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Kaushal Sharma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8595360" y="19659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 •  Batch 2026-27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595360" y="2395728"/>
            <a:ext cx="288036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595360" y="2542032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
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25SCS1003004035
</a:t>
            </a:r>
            <a:pPr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
</a:t>
            </a:r>
            <a:pPr indent="0" marL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Developer Intern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366760" y="4434840"/>
            <a:ext cx="3337560" cy="502920"/>
          </a:xfrm>
          <a:prstGeom prst="roundRect">
            <a:avLst>
              <a:gd name="adj" fmla="val 14545"/>
            </a:avLst>
          </a:prstGeom>
          <a:solidFill>
            <a:srgbClr val="1C86D0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8366760" y="443484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 •  Internship Completed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FA3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Internship Report submitted in partial fulfilment of the requirement for the degree of B.Tech CSE (Computer Science and Engineering)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&amp; Program Overview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1660550"/>
            <a:ext cx="382219" cy="38221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645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Candidate Details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317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NAME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Kaushal Sharma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099816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NUMBER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25SCS1003004035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86791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(Computer Science and Engineering)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463600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BATCH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– 2027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777240" y="5404104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263640" y="12801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537960" y="1600200"/>
            <a:ext cx="502920" cy="50292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310" y="1660550"/>
            <a:ext cx="382219" cy="382219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178040" y="1645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Profile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6583680" y="2331720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– AICTE National Internship Portal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6583680" y="3099816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Developer Intern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6583680" y="3867912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Month (02 Jul 2026 – 02 Aug 2026)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6583680" y="4636008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&amp; MODE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 India, Hybrid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6583680" y="5404104"/>
            <a:ext cx="4800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b="1" spc="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NCS ID / AICTE ID
</a:t>
            </a:r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E19E86-0116588288923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Organization Profile: Codec Technologies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1247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Codec Technologies is a global platform empowering learners and connecting diverse talent to meaningful career opportunities. It is an ISO 9001:2015 certified organization delivering IT and business consultancy services across 27+ countries, and is recognized as a Google for Education partner.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10881360" cy="1207008"/>
          </a:xfrm>
          <a:prstGeom prst="roundRect">
            <a:avLst>
              <a:gd name="adj" fmla="val 6061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2615184"/>
            <a:ext cx="640080" cy="64008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042" y="2691994"/>
            <a:ext cx="486461" cy="4864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47802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AICTE Collaboration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434840" y="2441448"/>
            <a:ext cx="6720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internship programmes under the AICTE National Internship Portal (NIP) framework, empowering engineering talent across India.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7200" y="3749040"/>
            <a:ext cx="10881360" cy="1207008"/>
          </a:xfrm>
          <a:prstGeom prst="roundRect">
            <a:avLst>
              <a:gd name="adj" fmla="val 6061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4032504"/>
            <a:ext cx="640080" cy="64008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042" y="4109314"/>
            <a:ext cx="486461" cy="48646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00200" y="389534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Industry Alignment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434840" y="3858768"/>
            <a:ext cx="6720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dedicated IT and business consultancy services across 27+ countries, bridging academia and industry practice.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57200" y="5166360"/>
            <a:ext cx="10881360" cy="1207008"/>
          </a:xfrm>
          <a:prstGeom prst="roundRect">
            <a:avLst>
              <a:gd name="adj" fmla="val 6061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13232" y="5449824"/>
            <a:ext cx="640080" cy="64008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042" y="5526634"/>
            <a:ext cx="486461" cy="486461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00200" y="5312664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Focus Domains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4434840" y="5276088"/>
            <a:ext cx="672084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Development, IT Consultancy, Business Automation, and Enterprise Strategy for global clients.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Project Context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502920" cy="502920"/>
          </a:xfrm>
          <a:prstGeom prst="ellipse">
            <a:avLst/>
          </a:prstGeom>
          <a:solidFill>
            <a:srgbClr val="FBDCE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1870" y="1660550"/>
            <a:ext cx="382219" cy="38221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645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Industry Challenge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33172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academic curriculum extensively covers building static, single-page academic web projects, students often lack hands-on exposure to the challenges of building responsive, production-grade web applications.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web development requires addressing concerns largely absent from academic projects — responsive UI/UX, client-server state sync, and secure API integration.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280160"/>
            <a:ext cx="5440680" cy="4846320"/>
          </a:xfrm>
          <a:prstGeom prst="roundRect">
            <a:avLst>
              <a:gd name="adj" fmla="val 1887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1600200"/>
            <a:ext cx="502920" cy="50292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310" y="1660550"/>
            <a:ext cx="382219" cy="38221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1645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 Scope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2331720"/>
            <a:ext cx="4800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internship addressed the practical end-to-end web development workflow: requirement analysis, UI/component design, backend API integration, testing, and structured review under an assigned Project Head.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was mastering industry practice — turning a web application concept into a reviewed, documented, and production-ready solution.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Project Objectives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5532120" cy="2331720"/>
          </a:xfrm>
          <a:prstGeom prst="roundRect">
            <a:avLst>
              <a:gd name="adj" fmla="val 3922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594360" cy="59436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" y="1625803"/>
            <a:ext cx="451714" cy="45171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153619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Development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224028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responsive, component-based user interfaces using modern frontend frameworks like React.js.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72200" y="1280160"/>
            <a:ext cx="5532120" cy="2331720"/>
          </a:xfrm>
          <a:prstGeom prst="roundRect">
            <a:avLst>
              <a:gd name="adj" fmla="val 3922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46520" y="1554480"/>
            <a:ext cx="594360" cy="59436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843" y="162580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23760" y="153619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&amp; Integration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492240" y="224028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how frontend applications consume and integrate with backend services through RESTful APIs.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7200" y="3794760"/>
            <a:ext cx="5532120" cy="2331720"/>
          </a:xfrm>
          <a:prstGeom prst="roundRect">
            <a:avLst>
              <a:gd name="adj" fmla="val 3922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731520" y="4069080"/>
            <a:ext cx="594360" cy="59436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" y="414040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08760" y="405079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 Control &amp; Workflow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777240" y="475488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proficiency in version control workflows using Git and GitHub for collaborative development.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72200" y="3794760"/>
            <a:ext cx="5532120" cy="2331720"/>
          </a:xfrm>
          <a:prstGeom prst="roundRect">
            <a:avLst>
              <a:gd name="adj" fmla="val 3922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46520" y="4069080"/>
            <a:ext cx="594360" cy="59436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843" y="4140403"/>
            <a:ext cx="451714" cy="45171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23760" y="4050792"/>
            <a:ext cx="4251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&amp; Quality Assurance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6492240" y="475488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feedback from weekly performance reviews conducted by the assigned Project Head.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Technologies &amp; Tooling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2697480" cy="4709160"/>
          </a:xfrm>
          <a:prstGeom prst="roundRect">
            <a:avLst>
              <a:gd name="adj" fmla="val 3390"/>
            </a:avLst>
          </a:prstGeom>
          <a:solidFill>
            <a:srgbClr val="132A4A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1645920"/>
            <a:ext cx="685800" cy="68580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5336" y="1728216"/>
            <a:ext cx="521208" cy="5212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5146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3154680"/>
            <a:ext cx="1783080" cy="0"/>
          </a:xfrm>
          <a:prstGeom prst="line">
            <a:avLst/>
          </a:prstGeom>
          <a:noFill/>
          <a:ln w="12700">
            <a:solidFill>
              <a:srgbClr val="3C5C8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3337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JS (ES6+)</a:t>
            </a:r>
            <a:endParaRPr lang="en-US" sz="11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206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React.js, Tailwind CSS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246120" y="1280160"/>
            <a:ext cx="2697480" cy="4709160"/>
          </a:xfrm>
          <a:prstGeom prst="roundRect">
            <a:avLst>
              <a:gd name="adj" fmla="val 3390"/>
            </a:avLst>
          </a:prstGeom>
          <a:solidFill>
            <a:srgbClr val="132A4A"/>
          </a:solidFill>
          <a:ln/>
        </p:spPr>
      </p:sp>
      <p:sp>
        <p:nvSpPr>
          <p:cNvPr id="12" name="Shape 9"/>
          <p:cNvSpPr/>
          <p:nvPr/>
        </p:nvSpPr>
        <p:spPr>
          <a:xfrm>
            <a:off x="4251960" y="1645920"/>
            <a:ext cx="685800" cy="68580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4256" y="1728216"/>
            <a:ext cx="521208" cy="5212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383280" y="25146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&amp; APIs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3703320" y="3154680"/>
            <a:ext cx="1783080" cy="0"/>
          </a:xfrm>
          <a:prstGeom prst="line">
            <a:avLst/>
          </a:prstGeom>
          <a:noFill/>
          <a:ln w="12700">
            <a:solidFill>
              <a:srgbClr val="3C5C8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3474720" y="3337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Express.js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3474720" y="4206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APIs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035040" y="1280160"/>
            <a:ext cx="2697480" cy="4709160"/>
          </a:xfrm>
          <a:prstGeom prst="roundRect">
            <a:avLst>
              <a:gd name="adj" fmla="val 3390"/>
            </a:avLst>
          </a:prstGeom>
          <a:solidFill>
            <a:srgbClr val="132A4A"/>
          </a:solidFill>
          <a:ln/>
        </p:spPr>
      </p:sp>
      <p:sp>
        <p:nvSpPr>
          <p:cNvPr id="19" name="Shape 15"/>
          <p:cNvSpPr/>
          <p:nvPr/>
        </p:nvSpPr>
        <p:spPr>
          <a:xfrm>
            <a:off x="7040880" y="1645920"/>
            <a:ext cx="685800" cy="68580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6" y="1728216"/>
            <a:ext cx="521208" cy="521208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172200" y="25146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&amp; State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6492240" y="3154680"/>
            <a:ext cx="1783080" cy="0"/>
          </a:xfrm>
          <a:prstGeom prst="line">
            <a:avLst/>
          </a:prstGeom>
          <a:noFill/>
          <a:ln w="12700">
            <a:solidFill>
              <a:srgbClr val="3C5C82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263640" y="3337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150" dirty="0"/>
          </a:p>
        </p:txBody>
      </p:sp>
      <p:sp>
        <p:nvSpPr>
          <p:cNvPr id="24" name="Text 19"/>
          <p:cNvSpPr txBox="1"/>
          <p:nvPr/>
        </p:nvSpPr>
        <p:spPr>
          <a:xfrm>
            <a:off x="6263640" y="4206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API, Redux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8823960" y="1280160"/>
            <a:ext cx="2697480" cy="4709160"/>
          </a:xfrm>
          <a:prstGeom prst="roundRect">
            <a:avLst>
              <a:gd name="adj" fmla="val 3390"/>
            </a:avLst>
          </a:prstGeom>
          <a:solidFill>
            <a:srgbClr val="132A4A"/>
          </a:solidFill>
          <a:ln/>
        </p:spPr>
      </p:sp>
      <p:sp>
        <p:nvSpPr>
          <p:cNvPr id="26" name="Shape 21"/>
          <p:cNvSpPr/>
          <p:nvPr/>
        </p:nvSpPr>
        <p:spPr>
          <a:xfrm>
            <a:off x="9829800" y="1645920"/>
            <a:ext cx="685800" cy="68580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12096" y="1728216"/>
            <a:ext cx="521208" cy="52120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8961120" y="251460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Deployment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9281160" y="3154680"/>
            <a:ext cx="1783080" cy="0"/>
          </a:xfrm>
          <a:prstGeom prst="line">
            <a:avLst/>
          </a:prstGeom>
          <a:noFill/>
          <a:ln w="12700">
            <a:solidFill>
              <a:srgbClr val="3C5C82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9052560" y="3337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GitHub, VS Code, Postman</a:t>
            </a:r>
            <a:endParaRPr lang="en-US" sz="1150" dirty="0"/>
          </a:p>
        </p:txBody>
      </p:sp>
      <p:sp>
        <p:nvSpPr>
          <p:cNvPr id="31" name="Text 25"/>
          <p:cNvSpPr txBox="1"/>
          <p:nvPr/>
        </p:nvSpPr>
        <p:spPr>
          <a:xfrm>
            <a:off x="9052560" y="42062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D7E2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Vercel, Netlify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Application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53312"/>
            <a:ext cx="594360" cy="59436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" y="1424635"/>
            <a:ext cx="451714" cy="45171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63040" y="123444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Client/Presentation Layer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389120" y="1234440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 built with React.js components styled using Tailwind CSS, rendered in the browser.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203704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" y="2322576"/>
            <a:ext cx="594360" cy="59436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691" y="2393899"/>
            <a:ext cx="451714" cy="45171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2203704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&amp; Middleware Layer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4389120" y="2203704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routing between views and Express.js middleware for requests, auth checks, and validation.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457200" y="3172968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8368" y="3291840"/>
            <a:ext cx="594360" cy="59436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691" y="336316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63040" y="3172968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Logic/Controller Layer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4389120" y="3172968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controllers implementing core application logic and orchestrating API routes and the database.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457200" y="4142232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8368" y="4261104"/>
            <a:ext cx="594360" cy="59436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691" y="4332427"/>
            <a:ext cx="451714" cy="45171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63040" y="4142232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Database/Persistence Layer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389120" y="4142232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used for structured storage and retrieval of application data via the backend service layer.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57200" y="5111496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58368" y="5230368"/>
            <a:ext cx="594360" cy="594360"/>
          </a:xfrm>
          <a:prstGeom prst="ellipse">
            <a:avLst/>
          </a:prstGeom>
          <a:solidFill>
            <a:srgbClr val="1C86D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91" y="5301691"/>
            <a:ext cx="451714" cy="45171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63040" y="5111496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Layer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4389120" y="5111496"/>
            <a:ext cx="6766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Project Head reviews progress via weekly performance reviews.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Internship Timeline (Week 1 to 4)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291840"/>
            <a:ext cx="10332720" cy="0"/>
          </a:xfrm>
          <a:prstGeom prst="line">
            <a:avLst/>
          </a:prstGeom>
          <a:noFill/>
          <a:ln w="38100">
            <a:solidFill>
              <a:srgbClr val="1C86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5568" y="3127248"/>
            <a:ext cx="329184" cy="329184"/>
          </a:xfrm>
          <a:prstGeom prst="ellipse">
            <a:avLst/>
          </a:prstGeom>
          <a:solidFill>
            <a:srgbClr val="13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" y="137160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82880" y="1481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82880" y="17556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Onboarding, Setup &amp; Wireframing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82880" y="2240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with Codec Technologies, dev environment setup, Git workflow configuration, and wireframing.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280160" y="2926080"/>
            <a:ext cx="0" cy="365760"/>
          </a:xfrm>
          <a:prstGeom prst="line">
            <a:avLst/>
          </a:prstGeom>
          <a:noFill/>
          <a:ln w="19050">
            <a:solidFill>
              <a:srgbClr val="1C86D0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995928" y="3127248"/>
            <a:ext cx="329184" cy="329184"/>
          </a:xfrm>
          <a:prstGeom prst="ellipse">
            <a:avLst/>
          </a:prstGeom>
          <a:solidFill>
            <a:srgbClr val="13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26080" y="37490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63240" y="3858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41330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Component Development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063240" y="4617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development of responsive, component-based UI, translating wireframes into layouts.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60520" y="3291840"/>
            <a:ext cx="0" cy="457200"/>
          </a:xfrm>
          <a:prstGeom prst="line">
            <a:avLst/>
          </a:prstGeom>
          <a:noFill/>
          <a:ln w="19050">
            <a:solidFill>
              <a:srgbClr val="1C86D0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6876288" y="3127248"/>
            <a:ext cx="329184" cy="329184"/>
          </a:xfrm>
          <a:prstGeom prst="ellipse">
            <a:avLst/>
          </a:prstGeom>
          <a:solidFill>
            <a:srgbClr val="13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06440" y="137160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943600" y="1481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0" y="175564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API Integration &amp; Testing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2240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and consuming RESTful API endpoints, managing state, and testing endpoints with Postman.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040880" y="2926080"/>
            <a:ext cx="0" cy="365760"/>
          </a:xfrm>
          <a:prstGeom prst="line">
            <a:avLst/>
          </a:prstGeom>
          <a:noFill/>
          <a:ln w="19050">
            <a:solidFill>
              <a:srgbClr val="1C86D0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9756648" y="3127248"/>
            <a:ext cx="329184" cy="329184"/>
          </a:xfrm>
          <a:prstGeom prst="ellipse">
            <a:avLst/>
          </a:prstGeom>
          <a:solidFill>
            <a:srgbClr val="132A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0" y="374904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823960" y="3858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823960" y="41330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Documentation &amp; Final Submission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8823960" y="4617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Cross-browser testing, performance optimization, documentation, and final submission to the Project Head.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9921240" y="3291840"/>
            <a:ext cx="0" cy="457200"/>
          </a:xfrm>
          <a:prstGeom prst="line">
            <a:avLst/>
          </a:prstGeom>
          <a:noFill/>
          <a:ln w="19050">
            <a:solidFill>
              <a:srgbClr val="1C86D0"/>
            </a:solidFill>
            <a:prstDash val="dash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Skills &amp; Demonstrated Outcomes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353312"/>
            <a:ext cx="548640" cy="548640"/>
          </a:xfrm>
          <a:prstGeom prst="ellipse">
            <a:avLst/>
          </a:prstGeom>
          <a:solidFill>
            <a:srgbClr val="2FAE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1419149"/>
            <a:ext cx="416966" cy="41696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17320" y="1234440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Web Development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4617720" y="1234440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Contributed to the development of a responsive web application as part of an industry team.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167128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8368" y="2286000"/>
            <a:ext cx="548640" cy="548640"/>
          </a:xfrm>
          <a:prstGeom prst="ellipse">
            <a:avLst/>
          </a:prstGeom>
          <a:solidFill>
            <a:srgbClr val="2FAE6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5" y="235183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2167128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Frontend-Backend Integration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2167128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understanding of integrating frontend interfaces with backend services through RESTful APIs.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099816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58368" y="3218688"/>
            <a:ext cx="548640" cy="548640"/>
          </a:xfrm>
          <a:prstGeom prst="ellipse">
            <a:avLst/>
          </a:prstGeom>
          <a:solidFill>
            <a:srgbClr val="2FAE6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05" y="3284525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417320" y="3099816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&amp; Testing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4617720" y="3099816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proficiency in debugging component-level and API-level issues in a full-stack application.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457200" y="4032504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8368" y="4151376"/>
            <a:ext cx="548640" cy="548640"/>
          </a:xfrm>
          <a:prstGeom prst="ellipse">
            <a:avLst/>
          </a:prstGeom>
          <a:solidFill>
            <a:srgbClr val="2FAE6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5" y="4217213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417320" y="4032504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Responsive Design Compliance</a:t>
            </a:r>
            <a:endParaRPr lang="en-US" sz="1350" dirty="0"/>
          </a:p>
        </p:txBody>
      </p:sp>
      <p:sp>
        <p:nvSpPr>
          <p:cNvPr id="23" name="Text 17"/>
          <p:cNvSpPr txBox="1"/>
          <p:nvPr/>
        </p:nvSpPr>
        <p:spPr>
          <a:xfrm>
            <a:off x="4617720" y="4032504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Demonstrated compliance with responsive design principles across device breakpoints.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457200" y="4965192"/>
            <a:ext cx="10881360" cy="804672"/>
          </a:xfrm>
          <a:prstGeom prst="roundRect">
            <a:avLst>
              <a:gd name="adj" fmla="val 7955"/>
            </a:avLst>
          </a:prstGeom>
          <a:solidFill>
            <a:srgbClr val="F4F7FB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58368" y="5084064"/>
            <a:ext cx="548640" cy="548640"/>
          </a:xfrm>
          <a:prstGeom prst="ellipse">
            <a:avLst/>
          </a:prstGeom>
          <a:solidFill>
            <a:srgbClr val="2FAE6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5" y="5149901"/>
            <a:ext cx="416966" cy="416966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17320" y="4965192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Team Collaboration</a:t>
            </a:r>
            <a:endParaRPr lang="en-US" sz="1350" dirty="0"/>
          </a:p>
        </p:txBody>
      </p:sp>
      <p:sp>
        <p:nvSpPr>
          <p:cNvPr id="28" name="Text 21"/>
          <p:cNvSpPr txBox="1"/>
          <p:nvPr/>
        </p:nvSpPr>
        <p:spPr>
          <a:xfrm>
            <a:off x="4617720" y="4965192"/>
            <a:ext cx="65836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with Git-based version control workflows in a collaborative team setting.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3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 &amp; Official Verification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124712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11247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955280"/>
              </a:tblGrid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Verification Metric</a:t>
                      </a:r>
                      <a:endParaRPr lang="en-US" sz="13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Official Record / Credential Details</a:t>
                      </a:r>
                      <a:endParaRPr lang="en-US" sz="130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A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A4A"/>
                          </a:solidFill>
                        </a:rPr>
                        <a:t>Internship Title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Web Development Internship (Project Intern)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A4A"/>
                          </a:solidFill>
                        </a:rPr>
                        <a:t>Issuing Organization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Codec Technologies Pvt. Ltd. (ISO 9001:2015 Certified)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A4A"/>
                          </a:solidFill>
                        </a:rPr>
                        <a:t>Academic Patronage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AICTE National Internship Portal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A4A"/>
                          </a:solidFill>
                        </a:rPr>
                        <a:t>NCS ID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E19E86-0116588288923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A4A"/>
                          </a:solidFill>
                        </a:rPr>
                        <a:t>AICTE ID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CORPORATE6759d549ce59e1733940553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32A4A"/>
                          </a:solidFill>
                        </a:rPr>
                        <a:t>Duration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B1F2A"/>
                          </a:solidFill>
                        </a:rPr>
                        <a:t>02 July 2026 – 02 August 2026 (Date of Issue: 02 Jul 2026)</a:t>
                      </a:r>
                      <a:endParaRPr lang="en-US" sz="1250" dirty="0"/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Certificate of Internship</a:t>
            </a:r>
            <a:endParaRPr lang="en-US" sz="2400" dirty="0"/>
          </a:p>
        </p:txBody>
      </p:sp>
      <p:pic>
        <p:nvPicPr>
          <p:cNvPr id="3" name="Image 0" descr="/home/claude/build/cer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728" y="912937"/>
            <a:ext cx="8778240" cy="5489326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188720"/>
            <a:ext cx="3291840" cy="3291840"/>
          </a:xfrm>
          <a:prstGeom prst="ellipse">
            <a:avLst/>
          </a:prstGeom>
          <a:solidFill>
            <a:srgbClr val="1C86D0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4754880"/>
            <a:ext cx="2743200" cy="2743200"/>
          </a:xfrm>
          <a:prstGeom prst="ellipse">
            <a:avLst/>
          </a:prstGeom>
          <a:solidFill>
            <a:srgbClr val="E63950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46888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3803904" y="3611880"/>
            <a:ext cx="45720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3986784" y="3730752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3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Kaushal Sharma
</a:t>
            </a:r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 No: 25SCS1003004035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089904" y="3794760"/>
            <a:ext cx="0" cy="77724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272784" y="3730752"/>
            <a:ext cx="1965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13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Computer Science &amp; Engineering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IILM University, Greater Noida, U.P.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2026-08-30T17:26:26Z</dcterms:created>
  <dcterms:modified xsi:type="dcterms:W3CDTF">2026-08-30T17:26:26Z</dcterms:modified>
</cp:coreProperties>
</file>